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5EBD7"/>
                </a:solidFill>
                <a:latin typeface="Aptos"/>
              </a:defRPr>
            </a:pPr>
            <a:r>
              <a:t>RevenueOS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5EBD7"/>
                </a:solidFill>
                <a:latin typeface="Aptos"/>
              </a:defRPr>
            </a:pPr>
            <a:r>
              <a:t>AI Revenue Recovery &amp; Orchestration Platform</a:t>
            </a:r>
          </a:p>
          <a:p>
            <a:pPr>
              <a:defRPr sz="2000">
                <a:solidFill>
                  <a:srgbClr val="F5EBD7"/>
                </a:solidFill>
                <a:latin typeface="Aptos"/>
              </a:defRPr>
            </a:pPr>
          </a:p>
          <a:p>
            <a:pPr>
              <a:defRPr sz="2000">
                <a:solidFill>
                  <a:srgbClr val="F5EBD7"/>
                </a:solidFill>
                <a:latin typeface="Aptos"/>
              </a:defRPr>
            </a:pPr>
            <a:r>
              <a:t>Razorpay AI Buildathon 2026</a:t>
            </a:r>
          </a:p>
          <a:p>
            <a:pPr>
              <a:defRPr sz="2000">
                <a:solidFill>
                  <a:srgbClr val="F5EBD7"/>
                </a:solidFill>
                <a:latin typeface="Aptos"/>
              </a:defRPr>
            </a:pPr>
            <a:r>
              <a:t>Track 03 — AI Revenue Recovery</a:t>
            </a:r>
          </a:p>
          <a:p>
            <a:pPr>
              <a:defRPr sz="2000">
                <a:solidFill>
                  <a:srgbClr val="F5EBD7"/>
                </a:solidFill>
                <a:latin typeface="Aptos"/>
              </a:defRPr>
            </a:pPr>
          </a:p>
          <a:p>
            <a:pPr>
              <a:defRPr sz="2000">
                <a:solidFill>
                  <a:srgbClr val="F5EBD7"/>
                </a:solidFill>
                <a:latin typeface="Aptos"/>
              </a:defRPr>
            </a:pPr>
            <a:r>
              <a:t>Find revenue that’s slipping away—and intelligently decide what is worth recovering.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Revenue loss is not just a failed payment.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Expired payment methods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Repeated payment failures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Checkout abandonment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Failed subscriptions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Customer inactivity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Overdue receivables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Blind retries ignore recoverability, customer value, churn risk, and stopping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RevenueOS is an intelligent, bounded revenue recovery orchestrator.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Detect → Understand → Predict → Prioritize → Decide → Validate → Execute → Observe → Reflect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It identifies at-risk revenue, investigates context, selects an intervention, executes within limits, and measures the outcome.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Sometimes the correct decision is no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What Makes It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Revenue at Risk ≠ Predicted Recoverable Revenue ≠ Actual Revenue Recovered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Expected Recoverable Value = Amount at Risk × Recovery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Example: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₹4,771.66 at risk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56.89% recovery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₹2,714.55 expected recoverable value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Prioritization is based on expected business value, not just payment amount.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Three-Layer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ML predicts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Recovery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Churn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Customer value and payment signals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Agents reason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Investigate • Diagnose • Analyze customer • Select strategy • Reflect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Guardrails protect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Allowlists • Cooldowns • Duplicate prevention • Retry/contact limits • Resolved-event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Agentic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Merchant Data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Validation &amp; Normalization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Customer + Payment Context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Recovery &amp; Churn Prediction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Risk + Expected Recoverable Value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Agentic Investigation &amp; Diagnosis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Strategy Selection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Guardrail Validation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Bounded Execution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Observation + Reflection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↓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Audit Trail + Outcome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Product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Overview: revenue at risk, expected recoverable value, actual recovery, risk charts, action performance, failure-reason analysis.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Opportunities: prioritized event list.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Event Detail: customer context, predictions, strategy, guardrails, execution outcome, and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Event-Level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Every valid event ID can be investigated individually.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EVT_000861: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₹4,771.66 at risk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56.89% recovery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40.91% churn probability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₹2,714.55 expected recoverable value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• High priority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Ask Recovery Copilot explains action selection, risk, blocked actions, customer context, and outcomes.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Read-only; no execution or policy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Technology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Frontend: React, Vite, TypeScript, Tailwind, shadcn/ui, Recharts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Backend: FastAPI, Python, Pandas, NumPy, Pydantic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ML: Scikit-learn, Joblib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Agents: LangGraph, LangChain Core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Local LLM: Ollama + Llama 3.2 3B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Validated with API, agent, guardrail, fallback, edge-case, and frontend build tests.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Actions are simulated and can later be replaced with live integrations.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F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94360"/>
            <a:ext cx="109728" cy="594360"/>
          </a:xfrm>
          <a:prstGeom prst="rect">
            <a:avLst/>
          </a:prstGeom>
          <a:solidFill>
            <a:srgbClr val="DCA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EBD7"/>
                </a:solidFill>
                <a:latin typeface="Aptos"/>
              </a:defRPr>
            </a:pPr>
            <a:r>
              <a:t>Impact &amp; 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RevenueOS helps merchants recover the right revenue using the right intervention at the right time—while knowing when to stop.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It combines prediction, customer context, agentic reasoning, guardrails, bounded execution, outcome tracking, and auditability.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From: “A payment failed. Retry it.”</a:t>
            </a: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</a:p>
          <a:p>
            <a:pPr>
              <a:defRPr sz="1700">
                <a:solidFill>
                  <a:srgbClr val="BEB4A5"/>
                </a:solidFill>
                <a:latin typeface="Aptos"/>
              </a:defRPr>
            </a:pPr>
            <a:r>
              <a:t>To: “Why is this revenue slipping, what is realistically recoverable, what is the best intervention, and what was the measured outcome?”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46520"/>
            <a:ext cx="10058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A041"/>
                </a:solidFill>
              </a:defRPr>
            </a:pPr>
            <a:r>
              <a:t>REVENUEOS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